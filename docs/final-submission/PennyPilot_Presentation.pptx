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FINAL PROJECT • FLUTTER • 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PennyPilot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6400800" cy="6400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700" b="1">
                <a:solidFill>
                  <a:srgbClr val="1D6E58"/>
                </a:solidFill>
                <a:latin typeface="Aptos"/>
              </a:defRPr>
            </a:pPr>
            <a:r>
              <a:t>Student Finance Management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669280" cy="11887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400" b="0">
                <a:solidFill>
                  <a:srgbClr val="1B3039"/>
                </a:solidFill>
                <a:latin typeface="Aptos"/>
              </a:defRPr>
            </a:pPr>
            <a:r>
              <a:t>Track money. Plan budgets. Build better saving habits.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5852160" cy="54864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500" b="0">
                <a:solidFill>
                  <a:srgbClr val="57666C"/>
                </a:solidFill>
                <a:latin typeface="Aptos"/>
              </a:defRPr>
            </a:pPr>
            <a:r>
              <a:t>Akshitha Sainath Sanagarapu  •  Mouni Sri Nallapaneni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59" y="1371600"/>
            <a:ext cx="3840479" cy="46177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46904"/>
            <a:ext cx="3749039" cy="4467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The problem we wanted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0136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691640"/>
            <a:ext cx="6309360" cy="88696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100" b="0">
                <a:solidFill>
                  <a:srgbClr val="1B3039"/>
                </a:solidFill>
                <a:latin typeface="Aptos"/>
              </a:defRPr>
            </a:pPr>
            <a:r>
              <a:t>Small expenses add up, but are easy to forget.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6148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51760"/>
            <a:ext cx="6309360" cy="88696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100" b="0">
                <a:solidFill>
                  <a:srgbClr val="1B3039"/>
                </a:solidFill>
                <a:latin typeface="Aptos"/>
              </a:defRPr>
            </a:pPr>
            <a:r>
              <a:t>Tracking income, budgets and savings separately takes effort.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2160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611880"/>
            <a:ext cx="6309360" cy="88696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100" b="0">
                <a:solidFill>
                  <a:srgbClr val="1B3039"/>
                </a:solidFill>
                <a:latin typeface="Aptos"/>
              </a:defRPr>
            </a:pPr>
            <a:r>
              <a:t>We wanted a simple app that still works without internet.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737360"/>
            <a:ext cx="3383280" cy="32004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901952"/>
            <a:ext cx="298094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432304"/>
            <a:ext cx="2980944" cy="237744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One offline Flutter app for daily transactions, budgets, savings challenges and spending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408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Add, edit, delete and search income or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6459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10512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Budgets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3408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Set limits and check spending against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810512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3408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Create challenges and update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67911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3982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See category totals and charts.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37033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867911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Spending helper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43982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Get a local, rule-based suggestion.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03320"/>
            <a:ext cx="3200400" cy="16459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867911"/>
            <a:ext cx="27980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Offline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398264"/>
            <a:ext cx="2798064" cy="8229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Keep records on the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 • I1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Dashboard: where everything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" y="1527048"/>
            <a:ext cx="5852159" cy="4480559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06" y="1572768"/>
            <a:ext cx="3683586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40880" y="198424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1874519"/>
            <a:ext cx="40690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0">
                <a:solidFill>
                  <a:srgbClr val="1B3039"/>
                </a:solidFill>
                <a:latin typeface="Aptos"/>
              </a:defRPr>
            </a:pPr>
            <a:r>
              <a:t>See a quick overview of income and expenses.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9008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2880360"/>
            <a:ext cx="40690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0">
                <a:solidFill>
                  <a:srgbClr val="1B3039"/>
                </a:solidFill>
                <a:latin typeface="Aptos"/>
              </a:defRPr>
            </a:pPr>
            <a:r>
              <a:t>Move between the main app sections.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99592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3886200"/>
            <a:ext cx="40690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0">
                <a:solidFill>
                  <a:srgbClr val="1B3039"/>
                </a:solidFill>
                <a:latin typeface="Aptos"/>
              </a:defRPr>
            </a:pPr>
            <a:r>
              <a:t>Updated records are reflected in the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 • I2 / 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Adding a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760720" cy="4389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add-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20" y="1645920"/>
            <a:ext cx="3246039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0" y="1783080"/>
            <a:ext cx="4343400" cy="352044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947672"/>
            <a:ext cx="3941063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Demo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478024"/>
            <a:ext cx="3941063" cy="26974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1. Enter an amount and category.</a:t>
            </a:r>
            <a:br/>
            <a:br/>
            <a:r>
              <a:t>2. Save the transaction.</a:t>
            </a:r>
            <a:br/>
            <a:br/>
            <a:r>
              <a:t>3. Check the updated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 • 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Managing past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" y="1554480"/>
            <a:ext cx="6035040" cy="4480559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transac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77" y="1600200"/>
            <a:ext cx="3683725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95160" y="207568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2048" y="1965960"/>
            <a:ext cx="38404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800" b="0">
                <a:solidFill>
                  <a:srgbClr val="1B3039"/>
                </a:solidFill>
                <a:latin typeface="Aptos"/>
              </a:defRPr>
            </a:pPr>
            <a:r>
              <a:t>Search and filter past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08152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2971800"/>
            <a:ext cx="38404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800" b="0">
                <a:solidFill>
                  <a:srgbClr val="1B3039"/>
                </a:solidFill>
                <a:latin typeface="Aptos"/>
              </a:defRPr>
            </a:pPr>
            <a:r>
              <a:t>Edit a record and check the updated amount.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08736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3977639"/>
            <a:ext cx="3840480" cy="9326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800" b="0">
                <a:solidFill>
                  <a:srgbClr val="1B3039"/>
                </a:solidFill>
                <a:latin typeface="Aptos"/>
              </a:defRPr>
            </a:pPr>
            <a:r>
              <a:t>Delete a record and confirm it disappears.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Budgets and savings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59" cy="443484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bu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95" y="1600200"/>
            <a:ext cx="3761369" cy="4343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1554480"/>
            <a:ext cx="5166359" cy="443484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savings-challe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687" y="1600200"/>
            <a:ext cx="3711704" cy="434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89904"/>
            <a:ext cx="10698480" cy="2468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0">
                <a:solidFill>
                  <a:srgbClr val="57666C"/>
                </a:solidFill>
                <a:latin typeface="Aptos"/>
              </a:defRPr>
            </a:pPr>
            <a:r>
              <a:t>Demo: show a budget limit, then open a savings challenge and its progress.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Following savings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943600" cy="443484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challenge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95" y="1600200"/>
            <a:ext cx="3699488" cy="4343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0" y="1965960"/>
            <a:ext cx="4114800" cy="283464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2130552"/>
            <a:ext cx="3712463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660904"/>
            <a:ext cx="3712463" cy="20116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Instead of only recording expenses, we also wanted a way to follow a saving target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APP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Understanding where money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59" cy="4389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a-insigh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62" y="1600200"/>
            <a:ext cx="3640434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1554480"/>
            <a:ext cx="5166359" cy="4389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b-insights-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516" y="1600200"/>
            <a:ext cx="3646046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89904"/>
            <a:ext cx="10698480" cy="2468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0">
                <a:solidFill>
                  <a:srgbClr val="57666C"/>
                </a:solidFill>
                <a:latin typeface="Aptos"/>
              </a:defRPr>
            </a:pPr>
            <a:r>
              <a:t>Charts and category summaries make spending patterns easier to notice.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ARCHITECTURE • A1 /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How the app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154680" cy="224028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275234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Flutter screens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9463"/>
            <a:ext cx="2752344" cy="14173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Forms, buttons, charts and 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154680" cy="224028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39112"/>
            <a:ext cx="275234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Provider +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569463"/>
            <a:ext cx="2752344" cy="14173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Shared state and updated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154680" cy="224028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2039112"/>
            <a:ext cx="275234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Local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569463"/>
            <a:ext cx="2752344" cy="14173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SQLite records + saved preferences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578608"/>
            <a:ext cx="411480" cy="5029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800" b="1">
                <a:solidFill>
                  <a:srgbClr val="1D6E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578608"/>
            <a:ext cx="411480" cy="5029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800" b="1">
                <a:solidFill>
                  <a:srgbClr val="1D6E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515600" cy="6400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000" b="0">
                <a:solidFill>
                  <a:srgbClr val="1B3039"/>
                </a:solidFill>
                <a:latin typeface="Aptos"/>
              </a:defRPr>
            </a:pPr>
            <a:r>
              <a:t>The UI shows the data; state and storage handle changes behind the scenes.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LOCAL STORAGE • D2 / D3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How we keep data offline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66360" cy="18288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76402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4764024" cy="100584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Stores transaction records so they remain available after closing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66360" cy="18288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56232"/>
            <a:ext cx="476402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86584"/>
            <a:ext cx="4764024" cy="100584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Keeps lightweight settings such as display preferences.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9592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886200"/>
            <a:ext cx="9601200" cy="52120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700" b="0">
                <a:solidFill>
                  <a:srgbClr val="1B3039"/>
                </a:solidFill>
                <a:latin typeface="Aptos"/>
              </a:defRPr>
            </a:pPr>
            <a:r>
              <a:t>Turn off internet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59028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480560"/>
            <a:ext cx="9601200" cy="52120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700" b="0">
                <a:solidFill>
                  <a:srgbClr val="1B3039"/>
                </a:solidFill>
                <a:latin typeface="Aptos"/>
              </a:defRPr>
            </a:pPr>
            <a:r>
              <a:t>Add a transaction and change a setting.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18464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074920"/>
            <a:ext cx="9601200" cy="52120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700" b="0">
                <a:solidFill>
                  <a:srgbClr val="1B3039"/>
                </a:solidFill>
                <a:latin typeface="Aptos"/>
              </a:defRPr>
            </a:pPr>
            <a:r>
              <a:t>Close and reopen the app to check both are saved.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SMART FEATURE • 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Our local spending helper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337560" cy="2103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293522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2935224" cy="12801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Uses the spending information available in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337560" cy="2103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2"/>
            <a:ext cx="293522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Suggestion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86584"/>
            <a:ext cx="2935224" cy="12801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Returns a simple recommendation based on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337560" cy="2103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56232"/>
            <a:ext cx="293522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86584"/>
            <a:ext cx="2935224" cy="12801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We can explain why the suggestion was given.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515600" cy="54864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200" b="1">
                <a:solidFill>
                  <a:srgbClr val="1D6E58"/>
                </a:solidFill>
                <a:latin typeface="Aptos"/>
              </a:defRPr>
            </a:pPr>
            <a:r>
              <a:t>It is a rule-based helper, not a trained machine-learning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9904"/>
            <a:ext cx="10698480" cy="2468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0">
                <a:solidFill>
                  <a:srgbClr val="57666C"/>
                </a:solidFill>
                <a:latin typeface="Aptos"/>
              </a:defRPr>
            </a:pPr>
            <a:r>
              <a:t>During the demo: show the helper, a no-data case and the baseline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TESTING • T1 / 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Testing and release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063240" cy="20574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697480" cy="7315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3400" b="1">
                <a:solidFill>
                  <a:srgbClr val="1D6E58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697480" cy="5029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1600" b="0">
                <a:solidFill>
                  <a:srgbClr val="1B3039"/>
                </a:solidFill>
                <a:latin typeface="Aptos"/>
              </a:defRPr>
            </a:pPr>
            <a:r>
              <a:t>automated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3063240" cy="20574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48840"/>
            <a:ext cx="2697480" cy="7315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3400" b="1">
                <a:solidFill>
                  <a:srgbClr val="1D6E58"/>
                </a:solidFill>
                <a:latin typeface="Aptos"/>
              </a:defRPr>
            </a:pPr>
            <a:r>
              <a:t>80.28%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17520"/>
            <a:ext cx="2697480" cy="5029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1600" b="0">
                <a:solidFill>
                  <a:srgbClr val="1B3039"/>
                </a:solidFill>
                <a:latin typeface="Aptos"/>
              </a:defRPr>
            </a:pPr>
            <a:r>
              <a:t>code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063240" cy="205740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2148840"/>
            <a:ext cx="2697480" cy="7315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3400" b="1">
                <a:solidFill>
                  <a:srgbClr val="1D6E5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017520"/>
            <a:ext cx="2697480" cy="5029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1600" b="0">
                <a:solidFill>
                  <a:srgbClr val="1B3039"/>
                </a:solidFill>
                <a:latin typeface="Aptos"/>
              </a:defRPr>
            </a:pPr>
            <a:r>
              <a:t>static analysis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1B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36592"/>
            <a:ext cx="9784080" cy="4572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Android release APK built successfully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TEAMWORK • R1 / 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Working as a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029200" cy="2103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6268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86584"/>
            <a:ext cx="4626864" cy="12801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We used branches, commits and code review to manage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029200" cy="2103120"/>
          </a:xfrm>
          <a:prstGeom prst="roundRect">
            <a:avLst/>
          </a:prstGeom>
          <a:solidFill>
            <a:srgbClr val="E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56232"/>
            <a:ext cx="4626864" cy="38404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900" b="1">
                <a:solidFill>
                  <a:srgbClr val="1D6E58"/>
                </a:solidFill>
                <a:latin typeface="Aptos"/>
              </a:defRPr>
            </a:pPr>
            <a:r>
              <a:t>ClickUp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86584"/>
            <a:ext cx="4626864" cy="12801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600" b="0">
                <a:solidFill>
                  <a:srgbClr val="1B3039"/>
                </a:solidFill>
                <a:latin typeface="Aptos"/>
              </a:defRPr>
            </a:pPr>
            <a:r>
              <a:t>We tracked tasks and project progress on our 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424160" cy="73152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100" b="0">
                <a:solidFill>
                  <a:srgbClr val="1B3039"/>
                </a:solidFill>
                <a:latin typeface="Aptos"/>
              </a:defRPr>
            </a:pPr>
            <a:r>
              <a:t>Each of us will explain our own implementation work during the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100" b="1">
                <a:solidFill>
                  <a:srgbClr val="1D6E58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3000" b="1">
                <a:solidFill>
                  <a:srgbClr val="1B3039"/>
                </a:solidFill>
                <a:latin typeface="Aptos"/>
              </a:defRPr>
            </a:pPr>
            <a:r>
              <a:t>Demo plan and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1018520" cy="13716"/>
          </a:xfrm>
          <a:prstGeom prst="rect">
            <a:avLst/>
          </a:prstGeom>
          <a:solidFill>
            <a:srgbClr val="D8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28816"/>
            <a:ext cx="7315200" cy="164592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PennyPilot  |  Akshitha &amp; Mouni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28816"/>
            <a:ext cx="365760" cy="18288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000" b="0">
                <a:solidFill>
                  <a:srgbClr val="57666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0136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691640"/>
            <a:ext cx="9966959" cy="7040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000" b="0">
                <a:solidFill>
                  <a:srgbClr val="1B3039"/>
                </a:solidFill>
                <a:latin typeface="Aptos"/>
              </a:defRPr>
            </a:pPr>
            <a:r>
              <a:t>Start with the dashboard and add a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7860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468880"/>
            <a:ext cx="9966959" cy="7040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000" b="0">
                <a:solidFill>
                  <a:srgbClr val="1B3039"/>
                </a:solidFill>
                <a:latin typeface="Aptos"/>
              </a:defRPr>
            </a:pPr>
            <a:r>
              <a:t>Show budgets, savings and spending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5584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246120"/>
            <a:ext cx="9966959" cy="7040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000" b="0">
                <a:solidFill>
                  <a:srgbClr val="1B3039"/>
                </a:solidFill>
                <a:latin typeface="Aptos"/>
              </a:defRPr>
            </a:pPr>
            <a:r>
              <a:t>Explain Provider, local storage and the spending helper.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3088"/>
            <a:ext cx="82296" cy="82296"/>
          </a:xfrm>
          <a:prstGeom prst="roundRect">
            <a:avLst/>
          </a:prstGeom>
          <a:solidFill>
            <a:srgbClr val="1D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023360"/>
            <a:ext cx="9966959" cy="704088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2000" b="0">
                <a:solidFill>
                  <a:srgbClr val="1B3039"/>
                </a:solidFill>
                <a:latin typeface="Aptos"/>
              </a:defRPr>
            </a:pPr>
            <a:r>
              <a:t>Finish with testing evidence and our selected Q&amp;A.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9144000" cy="365760"/>
          </a:xfrm>
          <a:prstGeom prst="rect">
            <a:avLst/>
          </a:prstGeom>
          <a:noFill/>
        </p:spPr>
        <p:txBody>
          <a:bodyPr wrap="square" lIns="12700" tIns="12700">
            <a:spAutoFit/>
          </a:bodyPr>
          <a:lstStyle/>
          <a:p>
            <a:pPr>
              <a:defRPr sz="1700" b="1">
                <a:solidFill>
                  <a:srgbClr val="1D6E58"/>
                </a:solidFill>
                <a:latin typeface="Aptos"/>
              </a:defRPr>
            </a:pPr>
            <a:r>
              <a:t>github.com/MouniSri039/PennyPilot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